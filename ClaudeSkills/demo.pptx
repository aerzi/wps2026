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2024年销售额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4500</c:v>
                </c:pt>
                <c:pt idx="1">
                  <c:v>5500</c:v>
                </c:pt>
                <c:pt idx="2">
                  <c:v>6200</c:v>
                </c:pt>
                <c:pt idx="3">
                  <c:v>7100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季度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0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销售额 (千元)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585291ef-28bd-48a7-ba54-d71958ad3849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91346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91346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欢迎使用 PowerPoint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8E8E8"/>
                </a:solidFill>
              </a:rPr>
              <a:t>通过 PptxGenJS 自动生成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</a:rPr>
              <a:t>主要功能特点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自动化创建演示文稿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支持文本、图表和表格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精确控制布局和样式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批量处理和数据驱动</a:t>
            </a:r>
            <a:endParaRPr lang="en-US" sz="20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2000" dirty="0">
                <a:solidFill>
                  <a:srgbClr val="34495E"/>
                </a:solidFill>
              </a:rPr>
              <a:t>完全可编程化操作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</a:rPr>
              <a:t>季度销售数据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914400" y="137160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</a:rPr>
              <a:t>产品对比表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828800"/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产品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价格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销量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评分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产品 A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¥299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1,250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D7D31"/>
                          </a:solidFill>
                        </a:rPr>
                        <a:t>4.8★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产品 B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¥499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850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D7D31"/>
                          </a:solidFill>
                        </a:rPr>
                        <a:t>4.6★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产品 C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¥699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620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ED7D31"/>
                          </a:solidFill>
                        </a:rPr>
                        <a:t>4.9★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3E50"/>
                </a:solidFill>
              </a:rPr>
              <a:t>多种展示方式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70AD47"/>
          </a:solidFill>
          <a:ln w="25400">
            <a:solidFill>
              <a:srgbClr val="5A8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创新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429000" y="164592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25400">
            <a:solidFill>
              <a:srgbClr val="C659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29000" y="20116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协作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943600" y="1645920"/>
            <a:ext cx="2286000" cy="1371600"/>
          </a:xfrm>
          <a:prstGeom prst="roundRect">
            <a:avLst>
              <a:gd name="adj" fmla="val 10000"/>
            </a:avLst>
          </a:prstGeom>
          <a:solidFill>
            <a:srgbClr val="5B9BD5"/>
          </a:solidFill>
          <a:ln w="25400">
            <a:solidFill>
              <a:srgbClr val="2E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2011680"/>
            <a:ext cx="2286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效率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7F7F7F"/>
                </a:solidFill>
              </a:rPr>
              <a:t>通过编程方式快速创建专业演示文稿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感谢观看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DC3C7"/>
                </a:solidFill>
              </a:rPr>
              <a:t>演示文稿已自动生成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WPS 演示</Application>
  <PresentationFormat>On-screen Show (16:9)</PresentationFormat>
  <Paragraphs>62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演示文稿示例</dc:title>
  <dc:creator>Claude AI Assistant</dc:creator>
  <dc:subject>使用PptxGenJS创建</dc:subject>
  <cp:lastModifiedBy>徐嘉成</cp:lastModifiedBy>
  <cp:revision>2</cp:revision>
  <dcterms:created xsi:type="dcterms:W3CDTF">2025-10-29T18:27:00Z</dcterms:created>
  <dcterms:modified xsi:type="dcterms:W3CDTF">2025-10-29T18:44:40Z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2D5992401B584BC685FA3ECCABED206F_12</vt:lpwstr>
  </property>
  <property fmtid="{D5CDD505-2E9C-101B-9397-08002B2CF9AE}" pid="3" name="KSOProductBuildVer">
    <vt:lpwstr>2052-12.1.0.23125</vt:lpwstr>
  </property>
</Properties>
</file>